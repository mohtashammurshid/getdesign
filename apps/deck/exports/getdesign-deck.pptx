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993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2281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554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8842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115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5403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691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1979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5267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711250"/>
            <a:ext cx="101501" cy="101501"/>
          </a:xfrm>
          <a:prstGeom prst="roundRect">
            <a:avLst>
              <a:gd name="adj" fmla="val 1238707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802" y="685800"/>
            <a:ext cx="908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13405" y="685800"/>
            <a:ext cx="706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2132112"/>
            <a:ext cx="11036808" cy="196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52"/>
              </a:lnSpc>
              <a:buNone/>
            </a:pPr>
            <a:r>
              <a:rPr lang="en-US" sz="76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design system</a:t>
            </a:r>
            <a:endParaRPr lang="en-US" sz="7600" dirty="0"/>
          </a:p>
          <a:p>
            <a:pPr algn="l" indent="0" marL="0">
              <a:lnSpc>
                <a:spcPts val="7752"/>
              </a:lnSpc>
              <a:buNone/>
            </a:pPr>
            <a:r>
              <a:rPr lang="en-US" sz="76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any </a:t>
            </a:r>
            <a:endParaRPr lang="en-US" sz="7600" dirty="0"/>
          </a:p>
          <a:p>
            <a:pPr algn="l" indent="0" marL="0">
              <a:lnSpc>
                <a:spcPts val="7752"/>
              </a:lnSpc>
              <a:buNone/>
            </a:pPr>
            <a:r>
              <a:rPr lang="en-US" sz="7600" dirty="0">
                <a:solidFill>
                  <a:srgbClr val="EDEDEE">
                    <a:alpha val="38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URL</a:t>
            </a:r>
            <a:pPr algn="l" indent="0" marL="0">
              <a:lnSpc>
                <a:spcPts val="7752"/>
              </a:lnSpc>
              <a:buNone/>
            </a:pPr>
            <a:r>
              <a:rPr lang="en-US" sz="7600" dirty="0">
                <a:solidFill>
                  <a:srgbClr val="A3E6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7600" dirty="0"/>
          </a:p>
        </p:txBody>
      </p:sp>
      <p:sp>
        <p:nvSpPr>
          <p:cNvPr id="16" name="Text 14"/>
          <p:cNvSpPr/>
          <p:nvPr/>
        </p:nvSpPr>
        <p:spPr>
          <a:xfrm>
            <a:off x="685800" y="4380161"/>
            <a:ext cx="69951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spcBef>
                <a:spcPts val="2200"/>
              </a:spcBef>
              <a:buNone/>
            </a:pPr>
            <a:r>
              <a:rPr lang="en-US" sz="140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open-source agent that opens any public URL, screenshots it, extracts the real CSS tokens, and writes a structured design.md. Every swatch grounded. No hallucinated palettes.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6019800"/>
            <a:ext cx="43214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 ·</a:t>
            </a:r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GITHUB.COM/MOHTASHAMMURSHID/GETDESIGN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78041" y="6019800"/>
            <a:ext cx="25536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PKG ·</a:t>
            </a:r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 @GETDESIGN/SDK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639574" y="6019800"/>
            <a:ext cx="883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 · 2026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8993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2281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5554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8842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2115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5403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38691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51979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65267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993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2281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554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8842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115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5403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691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1979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5267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720775"/>
            <a:ext cx="101501" cy="101501"/>
          </a:xfrm>
          <a:prstGeom prst="roundRect">
            <a:avLst>
              <a:gd name="adj" fmla="val 1238707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802" y="685800"/>
            <a:ext cx="9059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15340" y="685800"/>
            <a:ext cx="7046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1536650"/>
            <a:ext cx="10255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problem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19883" y="1269950"/>
            <a:ext cx="76290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Matching a brand is a manual, lossy ritual.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1981051"/>
            <a:ext cx="6736029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400"/>
              </a:spcBef>
              <a:buNone/>
            </a:pPr>
            <a:r>
              <a:rPr lang="en-US" sz="130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workflows, all of them wrong. Designers eyedrop. Developers screenshot LLMs and pray. Agents hallucinate hex codes that don't exist on the page they're cloning.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2984450"/>
            <a:ext cx="3454301" cy="3602385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85800" y="2989213"/>
            <a:ext cx="34543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150" y="3273326"/>
            <a:ext cx="29535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7171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MANUAL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5150" y="3622477"/>
            <a:ext cx="29535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7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Eyedrop, copy, guess weights.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5150" y="4422577"/>
            <a:ext cx="355550" cy="355550"/>
          </a:xfrm>
          <a:prstGeom prst="rect">
            <a:avLst/>
          </a:prstGeom>
          <a:solidFill>
            <a:srgbClr val="5B8D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96901" y="4422577"/>
            <a:ext cx="355550" cy="3555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28651" y="4422577"/>
            <a:ext cx="355550" cy="355550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60402" y="4422577"/>
            <a:ext cx="355550" cy="3555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92152" y="4422577"/>
            <a:ext cx="355550" cy="355550"/>
          </a:xfrm>
          <a:prstGeom prst="rect">
            <a:avLst/>
          </a:prstGeom>
          <a:noFill/>
          <a:ln w="9525">
            <a:solidFill>
              <a:srgbClr val="F871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65150" y="4955828"/>
            <a:ext cx="295351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DevTools open for 40 minutes. Half the swatches are wrong by a hue.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68701" y="2984450"/>
            <a:ext cx="3454450" cy="3602385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368701" y="2989213"/>
            <a:ext cx="34544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8051" y="3273326"/>
            <a:ext cx="29536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7171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LLM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8051" y="3622477"/>
            <a:ext cx="29536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7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Screenshot → LLM → hope.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648051" y="4136827"/>
            <a:ext cx="2895749" cy="1314301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451" y="4289227"/>
            <a:ext cx="2590949" cy="711101"/>
          </a:xfrm>
          <a:prstGeom prst="rect">
            <a:avLst/>
          </a:prstGeom>
          <a:solidFill>
            <a:srgbClr val="1A1A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0451" y="5206603"/>
            <a:ext cx="2413248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15200" y="5127278"/>
            <a:ext cx="777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7171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48051" y="5628829"/>
            <a:ext cx="2953664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Vision models invent palette values. Nothing is grounded in the actual stylesheet.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51750" y="2984450"/>
            <a:ext cx="3454450" cy="3602385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8051750" y="2989213"/>
            <a:ext cx="34544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1101" y="3273326"/>
            <a:ext cx="29536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87171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BY HAND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31101" y="3622477"/>
            <a:ext cx="29536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7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Write the spec yourself.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331101" y="4136827"/>
            <a:ext cx="2895749" cy="12650"/>
          </a:xfrm>
          <a:prstGeom prst="rect">
            <a:avLst/>
          </a:prstGeom>
          <a:solidFill>
            <a:srgbClr val="EDEDE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331101" y="4250978"/>
            <a:ext cx="1737420" cy="12650"/>
          </a:xfrm>
          <a:prstGeom prst="rect">
            <a:avLst/>
          </a:prstGeom>
          <a:solidFill>
            <a:srgbClr val="EDEDE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331101" y="4365129"/>
            <a:ext cx="2895749" cy="12650"/>
          </a:xfrm>
          <a:prstGeom prst="rect">
            <a:avLst/>
          </a:prstGeom>
          <a:solidFill>
            <a:srgbClr val="F87171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331101" y="4479280"/>
            <a:ext cx="1158180" cy="12650"/>
          </a:xfrm>
          <a:prstGeom prst="rect">
            <a:avLst/>
          </a:prstGeom>
          <a:solidFill>
            <a:srgbClr val="EDEDE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331101" y="4593431"/>
            <a:ext cx="1737420" cy="12650"/>
          </a:xfrm>
          <a:prstGeom prst="rect">
            <a:avLst/>
          </a:prstGeom>
          <a:solidFill>
            <a:srgbClr val="F87171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331101" y="4707582"/>
            <a:ext cx="2895749" cy="12650"/>
          </a:xfrm>
          <a:prstGeom prst="rect">
            <a:avLst/>
          </a:prstGeom>
          <a:solidFill>
            <a:srgbClr val="EDEDE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331101" y="4821734"/>
            <a:ext cx="1158180" cy="12650"/>
          </a:xfrm>
          <a:prstGeom prst="rect">
            <a:avLst/>
          </a:prstGeom>
          <a:solidFill>
            <a:srgbClr val="EDEDEE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331101" y="5012085"/>
            <a:ext cx="295366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3"/>
              </a:lnSpc>
              <a:buNone/>
            </a:pPr>
            <a:r>
              <a:rPr lang="en-US" sz="11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drafts in. Inconsistent across teams. No one wants to maintain it.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85800" y="6000750"/>
            <a:ext cx="15669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TODAY'S WORKFLOW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337798" y="6000750"/>
            <a:ext cx="32317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SLOW · ERROR-PRONE · INCONSISTENT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7200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58993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72281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85554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98842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12115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25403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38691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951979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065267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993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2281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554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8842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115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5403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691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1979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5267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720775"/>
            <a:ext cx="101501" cy="101501"/>
          </a:xfrm>
          <a:prstGeom prst="roundRect">
            <a:avLst>
              <a:gd name="adj" fmla="val 1238707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802" y="685800"/>
            <a:ext cx="9059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15340" y="685800"/>
            <a:ext cx="7046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1536650"/>
            <a:ext cx="11110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03673" y="1269950"/>
            <a:ext cx="546314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Paste a URL. Get a design.md.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2539901"/>
            <a:ext cx="4673650" cy="320650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5800" y="2544663"/>
            <a:ext cx="46736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9701" y="2852589"/>
            <a:ext cx="63401" cy="63401"/>
          </a:xfrm>
          <a:prstGeom prst="roundRect">
            <a:avLst>
              <a:gd name="adj" fmla="val 1983092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4602" y="2803327"/>
            <a:ext cx="4552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39701" y="3193852"/>
            <a:ext cx="4165848" cy="593527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2851" y="3371552"/>
            <a:ext cx="38347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</a:t>
            </a:r>
            <a:pPr algn="l" indent="0" marL="0">
              <a:buNone/>
            </a:pPr>
            <a:r>
              <a:rPr lang="en-US" sz="14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linear.app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9701" y="3990529"/>
            <a:ext cx="1098203" cy="314325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66651" y="4066729"/>
            <a:ext cx="8611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URL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15604" y="3990529"/>
            <a:ext cx="1013668" cy="314325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42555" y="4066729"/>
            <a:ext cx="774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READ-ONLY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40450" y="3901827"/>
            <a:ext cx="711101" cy="12650"/>
          </a:xfrm>
          <a:prstGeom prst="rect">
            <a:avLst/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403975" y="3990677"/>
            <a:ext cx="95250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3975" y="4066877"/>
            <a:ext cx="95250" cy="0"/>
          </a:xfrm>
          <a:prstGeom prst="line">
            <a:avLst/>
          </a:prstGeom>
          <a:noFill/>
          <a:ln w="762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1600" y="3952577"/>
            <a:ext cx="0" cy="152400"/>
          </a:xfrm>
          <a:prstGeom prst="line">
            <a:avLst/>
          </a:prstGeom>
          <a:noFill/>
          <a:ln w="95250">
            <a:solidFill>
              <a:srgbClr val="A3E6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2169" y="4231928"/>
            <a:ext cx="3544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~90S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32550" y="2539901"/>
            <a:ext cx="4673650" cy="320650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832550" y="2544663"/>
            <a:ext cx="46736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86451" y="2812852"/>
            <a:ext cx="839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design.md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28957" y="2803327"/>
            <a:ext cx="1023342" cy="219075"/>
          </a:xfrm>
          <a:prstGeom prst="rect">
            <a:avLst/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330458" y="2841427"/>
            <a:ext cx="8367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SECTIONS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086451" y="3230314"/>
            <a:ext cx="41658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451" y="3311277"/>
            <a:ext cx="284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92752" y="3311277"/>
            <a:ext cx="16244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EDEE">
                    <a:alpha val="85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 theme &amp; atmosphere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86451" y="3554164"/>
            <a:ext cx="41658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451" y="3635127"/>
            <a:ext cx="284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92752" y="3635127"/>
            <a:ext cx="11978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EDEE">
                    <a:alpha val="85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Color palette &amp; roles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86451" y="3878014"/>
            <a:ext cx="41658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451" y="3958977"/>
            <a:ext cx="284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92752" y="3958977"/>
            <a:ext cx="10143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EDEE">
                    <a:alpha val="85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Typography rules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86451" y="4201864"/>
            <a:ext cx="41658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451" y="4282827"/>
            <a:ext cx="284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92752" y="4282827"/>
            <a:ext cx="11862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EDEE">
                    <a:alpha val="85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Component stylings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86451" y="4525714"/>
            <a:ext cx="41658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86451" y="4606677"/>
            <a:ext cx="284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92752" y="4606677"/>
            <a:ext cx="10158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EDEE">
                    <a:alpha val="85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Layout principles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86451" y="4849564"/>
            <a:ext cx="41658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6451" y="4930527"/>
            <a:ext cx="284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92752" y="4930527"/>
            <a:ext cx="10448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EDEE">
                    <a:alpha val="85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Depth &amp; elevation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86451" y="5173414"/>
            <a:ext cx="41658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451" y="5254377"/>
            <a:ext cx="284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92752" y="5254377"/>
            <a:ext cx="11921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EDEE">
                    <a:alpha val="85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Interaction &amp; motion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5800" y="6000750"/>
            <a:ext cx="1371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GETDESIGN · V1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585871" y="6000750"/>
            <a:ext cx="19587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GROUNDED IN REAL CSS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57200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58993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72281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85554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98842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12115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725403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38691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951979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065267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993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2281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554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8842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115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5403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691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1979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5267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720775"/>
            <a:ext cx="101501" cy="101501"/>
          </a:xfrm>
          <a:prstGeom prst="roundRect">
            <a:avLst>
              <a:gd name="adj" fmla="val 1238707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802" y="685800"/>
            <a:ext cx="9059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15340" y="685800"/>
            <a:ext cx="7046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1536650"/>
            <a:ext cx="940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36093" y="1269950"/>
            <a:ext cx="70226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Nine sections, in this order, every time.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1930301"/>
            <a:ext cx="7513269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Validated by a Zod schema on the LLM's structured output. The model can't skip a section, can't reorder, can't invent a tenth. The renderer is deterministic.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476500"/>
            <a:ext cx="3522166" cy="104492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85800" y="2481263"/>
            <a:ext cx="352216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950" y="2663726"/>
            <a:ext cx="3178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8950" y="2901851"/>
            <a:ext cx="3178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Visual Theme &amp; Atmosphere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8950" y="3174802"/>
            <a:ext cx="317818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Mood, density, signature gestures.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34917" y="2476500"/>
            <a:ext cx="3522166" cy="104492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34917" y="2481263"/>
            <a:ext cx="352216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8067" y="2663726"/>
            <a:ext cx="3178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38067" y="2901851"/>
            <a:ext cx="3178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Color Palette &amp; Roles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38067" y="3174802"/>
            <a:ext cx="317818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Hex values + semantic roles.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84034" y="2476500"/>
            <a:ext cx="3522166" cy="104492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984034" y="2481263"/>
            <a:ext cx="352216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7184" y="2663726"/>
            <a:ext cx="3178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187184" y="2901851"/>
            <a:ext cx="3178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Typography Rules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87184" y="3174802"/>
            <a:ext cx="317818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Stacks, scale, weights, leading.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3648373"/>
            <a:ext cx="3522166" cy="104492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85800" y="3653135"/>
            <a:ext cx="352216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8950" y="3835598"/>
            <a:ext cx="3178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88950" y="4073723"/>
            <a:ext cx="3178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Component Stylings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88950" y="4346674"/>
            <a:ext cx="317818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Buttons, inputs, cards, badges.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34917" y="3648373"/>
            <a:ext cx="3522166" cy="104492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334917" y="3653135"/>
            <a:ext cx="352216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8067" y="3835598"/>
            <a:ext cx="3178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38067" y="4073723"/>
            <a:ext cx="3178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Layout Principles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38067" y="4346674"/>
            <a:ext cx="317818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Grids, rhythm, alignment.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984034" y="3648373"/>
            <a:ext cx="3522166" cy="104492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984034" y="3653135"/>
            <a:ext cx="352216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7184" y="3835598"/>
            <a:ext cx="3178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87184" y="4073723"/>
            <a:ext cx="3178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Depth &amp; Elevation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187184" y="4346674"/>
            <a:ext cx="317818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Shadows, surfaces, hierarchy.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5800" y="4820245"/>
            <a:ext cx="3522166" cy="104492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685800" y="4825008"/>
            <a:ext cx="352216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8950" y="5007471"/>
            <a:ext cx="3178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88950" y="5245596"/>
            <a:ext cx="3178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Interaction &amp; Motion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88950" y="5518547"/>
            <a:ext cx="317818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Easings, durations, gestures.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334917" y="4820245"/>
            <a:ext cx="3522166" cy="104492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334917" y="4825008"/>
            <a:ext cx="352216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38067" y="5007471"/>
            <a:ext cx="3178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538067" y="5245596"/>
            <a:ext cx="3178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Responsive Behavior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538067" y="5518547"/>
            <a:ext cx="317818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Breakpoints, fluid scale.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984034" y="4820245"/>
            <a:ext cx="3522166" cy="1044922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7984034" y="4825008"/>
            <a:ext cx="3522166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87184" y="5007471"/>
            <a:ext cx="31781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187184" y="5245596"/>
            <a:ext cx="31781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5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 Prompt Guide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8187184" y="5518547"/>
            <a:ext cx="317818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to feed this into Cursor / Claude / v0.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85800" y="6000750"/>
            <a:ext cx="14690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SCHEMA · ZOD V4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201894" y="6000750"/>
            <a:ext cx="23503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RENDERER · DETERMINISTIC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57200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58993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272281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85554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98842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12115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25403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38691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951979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065267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993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2281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554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8842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115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5403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691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1979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5267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720775"/>
            <a:ext cx="101501" cy="101501"/>
          </a:xfrm>
          <a:prstGeom prst="roundRect">
            <a:avLst>
              <a:gd name="adj" fmla="val 1238707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802" y="685800"/>
            <a:ext cx="9059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15340" y="685800"/>
            <a:ext cx="7046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1536650"/>
            <a:ext cx="11110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pipeline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03673" y="1269950"/>
            <a:ext cx="651682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 phases. About ninety seconds.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1930301"/>
            <a:ext cx="7772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coordinator agent orchestrates four sub-agents inside a Daytona sandbox. Crawl is deterministic. Extraction is deterministic. Only synthesis touches the LLM, and only against grounded tokens.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90600" y="3048000"/>
            <a:ext cx="1021080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90600" y="3048000"/>
            <a:ext cx="10210800" cy="12650"/>
          </a:xfrm>
          <a:prstGeom prst="rect">
            <a:avLst/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49500" y="2971800"/>
            <a:ext cx="177701" cy="177701"/>
          </a:xfrm>
          <a:prstGeom prst="roundRect">
            <a:avLst>
              <a:gd name="adj" fmla="val 707537"/>
            </a:avLst>
          </a:prstGeom>
          <a:solidFill>
            <a:srgbClr val="0A0A0B"/>
          </a:solidFill>
          <a:ln w="9525">
            <a:solidFill>
              <a:srgbClr val="A3E6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997125" y="3019425"/>
            <a:ext cx="76200" cy="76200"/>
          </a:xfrm>
          <a:prstGeom prst="roundRect">
            <a:avLst>
              <a:gd name="adj" fmla="val 1650000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4197" y="3378101"/>
            <a:ext cx="24483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4197" y="3616226"/>
            <a:ext cx="24483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Crawl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4197" y="3974902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Fetch HTML, all linked CSS, @import chains, font sources.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54600" y="2971800"/>
            <a:ext cx="177701" cy="177701"/>
          </a:xfrm>
          <a:prstGeom prst="roundRect">
            <a:avLst>
              <a:gd name="adj" fmla="val 707537"/>
            </a:avLst>
          </a:prstGeom>
          <a:solidFill>
            <a:srgbClr val="0A0A0B"/>
          </a:solidFill>
          <a:ln w="9525">
            <a:solidFill>
              <a:srgbClr val="A3E6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02225" y="3019425"/>
            <a:ext cx="76200" cy="76200"/>
          </a:xfrm>
          <a:prstGeom prst="roundRect">
            <a:avLst>
              <a:gd name="adj" fmla="val 1650000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19297" y="3378101"/>
            <a:ext cx="24483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19297" y="3616226"/>
            <a:ext cx="24483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Screenshot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19297" y="3974902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 Chromium in a Daytona sandbox. Hero + full-page stitch.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59700" y="2971800"/>
            <a:ext cx="177701" cy="177701"/>
          </a:xfrm>
          <a:prstGeom prst="roundRect">
            <a:avLst>
              <a:gd name="adj" fmla="val 707537"/>
            </a:avLst>
          </a:prstGeom>
          <a:solidFill>
            <a:srgbClr val="0A0A0B"/>
          </a:solidFill>
          <a:ln w="9525">
            <a:solidFill>
              <a:srgbClr val="A3E6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407325" y="3019425"/>
            <a:ext cx="76200" cy="76200"/>
          </a:xfrm>
          <a:prstGeom prst="roundRect">
            <a:avLst>
              <a:gd name="adj" fmla="val 1650000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24397" y="3378101"/>
            <a:ext cx="24483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24397" y="3616226"/>
            <a:ext cx="24483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Extract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24397" y="3974902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Deterministic CSS parse into a DesignTokens Zod object.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64800" y="2971800"/>
            <a:ext cx="177701" cy="177701"/>
          </a:xfrm>
          <a:prstGeom prst="roundRect">
            <a:avLst>
              <a:gd name="adj" fmla="val 707537"/>
            </a:avLst>
          </a:prstGeom>
          <a:solidFill>
            <a:srgbClr val="0A0A0B"/>
          </a:solidFill>
          <a:ln w="9525">
            <a:solidFill>
              <a:srgbClr val="A3E6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112425" y="3019425"/>
            <a:ext cx="76200" cy="76200"/>
          </a:xfrm>
          <a:prstGeom prst="roundRect">
            <a:avLst>
              <a:gd name="adj" fmla="val 1650000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929497" y="3378101"/>
            <a:ext cx="24483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929497" y="3616226"/>
            <a:ext cx="24483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Synthesize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29497" y="3974902"/>
            <a:ext cx="244830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800"/>
              </a:spcBef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GPT-5.5 class via AI Gateway. Structured output, validated.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" y="6000750"/>
            <a:ext cx="14693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COLD START ≤ 5S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393585" y="6000750"/>
            <a:ext cx="21548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END-TO-END ≤ 90S · P50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58993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72281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85554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8842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2115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25403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38691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51979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065267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993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2281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554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8842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115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5403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691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1979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5267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711250"/>
            <a:ext cx="101501" cy="101501"/>
          </a:xfrm>
          <a:prstGeom prst="roundRect">
            <a:avLst>
              <a:gd name="adj" fmla="val 1238707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802" y="685800"/>
            <a:ext cx="908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13405" y="685800"/>
            <a:ext cx="706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1527125"/>
            <a:ext cx="12006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grounding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91482" y="1269950"/>
            <a:ext cx="74628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color appears in the actual stylesheet.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1873151"/>
            <a:ext cx="7772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Bef>
                <a:spcPts val="1000"/>
              </a:spcBef>
              <a:buNone/>
            </a:pPr>
            <a:r>
              <a:rPr lang="en-US" sz="125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Validation rule: 100% of palette values must trace back to the crawled CSS. Anything the model invents is rejected. This is the line between a spec and a hallucination.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2920901"/>
            <a:ext cx="5295900" cy="3126284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85800" y="2925663"/>
            <a:ext cx="5295900" cy="0"/>
          </a:xfrm>
          <a:prstGeom prst="line">
            <a:avLst/>
          </a:prstGeom>
          <a:noFill/>
          <a:ln w="9525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150" y="3236714"/>
            <a:ext cx="203150" cy="203150"/>
          </a:xfrm>
          <a:prstGeom prst="roundRect">
            <a:avLst>
              <a:gd name="adj" fmla="val 618902"/>
            </a:avLst>
          </a:prstGeom>
          <a:solidFill>
            <a:srgbClr val="1A1A20"/>
          </a:solidFill>
          <a:ln w="9525">
            <a:solidFill>
              <a:srgbClr val="F871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24682" y="3268414"/>
            <a:ext cx="85618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5251" y="3209776"/>
            <a:ext cx="15301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Vision-only LLM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65150" y="3543151"/>
            <a:ext cx="48319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INVENTED FROM A SCREENSHOT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5150" y="3914626"/>
            <a:ext cx="4737199" cy="53310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92101" y="4041428"/>
            <a:ext cx="279350" cy="2793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23851" y="4016127"/>
            <a:ext cx="15550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#7C3AED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23851" y="4203353"/>
            <a:ext cx="1555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F87171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in any stylesheet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5150" y="4574679"/>
            <a:ext cx="4737199" cy="53310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2101" y="4701480"/>
            <a:ext cx="279350" cy="27935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23851" y="4676180"/>
            <a:ext cx="15550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#06B6D4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523851" y="4863405"/>
            <a:ext cx="1555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F87171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in any stylesheet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65150" y="5234732"/>
            <a:ext cx="4737199" cy="53310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92101" y="5361533"/>
            <a:ext cx="279350" cy="2793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23851" y="5336232"/>
            <a:ext cx="15550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#F97316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523851" y="5523458"/>
            <a:ext cx="1555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F87171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in any stylesheet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0300" y="2920901"/>
            <a:ext cx="5295900" cy="3126284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210300" y="2925663"/>
            <a:ext cx="5295900" cy="0"/>
          </a:xfrm>
          <a:prstGeom prst="line">
            <a:avLst/>
          </a:prstGeom>
          <a:noFill/>
          <a:ln w="9525">
            <a:solidFill>
              <a:srgbClr val="A3E6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9650" y="3236714"/>
            <a:ext cx="203150" cy="203150"/>
          </a:xfrm>
          <a:prstGeom prst="roundRect">
            <a:avLst>
              <a:gd name="adj" fmla="val 618902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49182" y="3268414"/>
            <a:ext cx="85770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0A0A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19751" y="3209776"/>
            <a:ext cx="20048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getdesign · grounded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489650" y="3543151"/>
            <a:ext cx="48319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PARSED FROM REAL CSS VARIABLES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89650" y="3914626"/>
            <a:ext cx="4737199" cy="53310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16601" y="4041428"/>
            <a:ext cx="279350" cy="279350"/>
          </a:xfrm>
          <a:prstGeom prst="rect">
            <a:avLst/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048351" y="4016127"/>
            <a:ext cx="11848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#A3E635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48351" y="4203353"/>
            <a:ext cx="11848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A3E63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--accent · :root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89650" y="4574679"/>
            <a:ext cx="4737199" cy="53310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16601" y="4701480"/>
            <a:ext cx="279350" cy="279350"/>
          </a:xfrm>
          <a:prstGeom prst="rect">
            <a:avLst/>
          </a:prstGeom>
          <a:solidFill>
            <a:srgbClr val="0A0A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48351" y="4676180"/>
            <a:ext cx="14811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#0A0A0B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48351" y="4863405"/>
            <a:ext cx="1481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A3E63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--background · :root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89650" y="5234732"/>
            <a:ext cx="4737199" cy="53310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616601" y="5361533"/>
            <a:ext cx="279350" cy="279350"/>
          </a:xfrm>
          <a:prstGeom prst="rect">
            <a:avLst/>
          </a:prstGeom>
          <a:solidFill>
            <a:srgbClr val="EDED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048351" y="5336232"/>
            <a:ext cx="14811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#EDEDEE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48351" y="5523458"/>
            <a:ext cx="1481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A3E635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--foreground · :root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5800" y="6019800"/>
            <a:ext cx="21607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 PALETTE GROUNDING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425011" y="6019800"/>
            <a:ext cx="3142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DETERMINISM ≥ 95% ON REPEAT RUNS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7200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58993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272281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85554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98842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2115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25403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38691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951979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065267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993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2281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554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8842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115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5403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691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1979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5267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720775"/>
            <a:ext cx="101501" cy="101501"/>
          </a:xfrm>
          <a:prstGeom prst="roundRect">
            <a:avLst>
              <a:gd name="adj" fmla="val 1238707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802" y="685800"/>
            <a:ext cx="9059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15340" y="685800"/>
            <a:ext cx="7046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1536650"/>
            <a:ext cx="11110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surfaces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03673" y="1269950"/>
            <a:ext cx="55897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 surfaces. One agent core.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1930301"/>
            <a:ext cx="7772400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package, same schema, four ways in. Whatever your stack already is, getdesign meets it there. No per-surface drift.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476500"/>
            <a:ext cx="5334000" cy="1732359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85800" y="2481263"/>
            <a:ext cx="533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8950" y="2663726"/>
            <a:ext cx="841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CHAT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6959" y="2668488"/>
            <a:ext cx="1121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getdesign.app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8950" y="2901851"/>
            <a:ext cx="50262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web UI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8950" y="3266926"/>
            <a:ext cx="4927699" cy="76423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15901" y="3368427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paste a URL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15901" y="3555504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watch the agent run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15901" y="3742581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read the design.md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2476500"/>
            <a:ext cx="5334000" cy="1732359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172200" y="2481263"/>
            <a:ext cx="533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5350" y="2663726"/>
            <a:ext cx="7479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API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865072" y="2668488"/>
            <a:ext cx="1466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api.getdesign.app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75350" y="2901851"/>
            <a:ext cx="50262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One-shot HTTP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75350" y="3266926"/>
            <a:ext cx="4927699" cy="76423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02301" y="3368427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curl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api.getdesign.app/?url=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02301" y="3555504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https://linear.app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02301" y="3742581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⇒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text/markdown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" y="4361259"/>
            <a:ext cx="5334000" cy="1732359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85800" y="4366022"/>
            <a:ext cx="533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8950" y="4548485"/>
            <a:ext cx="7479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CLI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632424" y="4553248"/>
            <a:ext cx="12079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@getdesign/cli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88950" y="4786610"/>
            <a:ext cx="50262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Local one-shot or REPL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88950" y="5151686"/>
            <a:ext cx="4927699" cy="76423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15901" y="5253186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@getdesign/cli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015901" y="5440263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https://stripe.com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15901" y="5627340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⇒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design.md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4361259"/>
            <a:ext cx="5334000" cy="1732359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172200" y="4366022"/>
            <a:ext cx="5334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5350" y="4548485"/>
            <a:ext cx="7479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SDK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118824" y="4553248"/>
            <a:ext cx="12079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@getdesign/sdk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75350" y="4786610"/>
            <a:ext cx="502625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4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Typed TypeScript client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375350" y="5151686"/>
            <a:ext cx="4927699" cy="764232"/>
          </a:xfrm>
          <a:prstGeom prst="rect">
            <a:avLst/>
          </a:prstGeom>
          <a:solidFill>
            <a:srgbClr val="14141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502301" y="5253186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doc } 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02301" y="5440263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getDesign(url)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02301" y="5627340"/>
            <a:ext cx="4767274" cy="187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doc.palette.primary</a:t>
            </a:r>
            <a:pPr algn="l" indent="0" marL="0">
              <a:lnSpc>
                <a:spcPts val="1472"/>
              </a:lnSpc>
              <a:buNone/>
            </a:pPr>
            <a:r>
              <a:rPr lang="en-US" sz="950" dirty="0">
                <a:solidFill>
                  <a:srgbClr val="EDEDEE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[0]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85800" y="6000750"/>
            <a:ext cx="28401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SCHEMA · @GETDESIGN/TYPES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585871" y="6000750"/>
            <a:ext cx="19587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PER-SURFACE DRIFT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7200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58993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272281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85554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98842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2115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25403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38691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951979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065267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993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2281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5554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88421" y="45720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115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54032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8691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1979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52671" y="45720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711250"/>
            <a:ext cx="101501" cy="101501"/>
          </a:xfrm>
          <a:prstGeom prst="roundRect">
            <a:avLst>
              <a:gd name="adj" fmla="val 1238707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8802" y="685800"/>
            <a:ext cx="908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813405" y="685800"/>
            <a:ext cx="7066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1650950"/>
            <a:ext cx="11036808" cy="196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52"/>
              </a:lnSpc>
              <a:buNone/>
            </a:pPr>
            <a:r>
              <a:rPr lang="en-US" sz="76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Open-source.</a:t>
            </a:r>
            <a:endParaRPr lang="en-US" sz="7600" dirty="0"/>
          </a:p>
          <a:p>
            <a:pPr algn="l" indent="0" marL="0">
              <a:lnSpc>
                <a:spcPts val="7752"/>
              </a:lnSpc>
              <a:buNone/>
            </a:pPr>
            <a:r>
              <a:rPr lang="en-US" sz="7600" dirty="0">
                <a:solidFill>
                  <a:srgbClr val="EDEDE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Available </a:t>
            </a:r>
            <a:endParaRPr lang="en-US" sz="7600" dirty="0"/>
          </a:p>
          <a:p>
            <a:pPr algn="l" indent="0" marL="0">
              <a:lnSpc>
                <a:spcPts val="7752"/>
              </a:lnSpc>
              <a:buNone/>
            </a:pPr>
            <a:r>
              <a:rPr lang="en-US" sz="7600" dirty="0">
                <a:solidFill>
                  <a:srgbClr val="EDEDEE">
                    <a:alpha val="38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today</a:t>
            </a:r>
            <a:pPr algn="l" indent="0" marL="0">
              <a:lnSpc>
                <a:spcPts val="7752"/>
              </a:lnSpc>
              <a:buNone/>
            </a:pPr>
            <a:r>
              <a:rPr lang="en-US" sz="7600" dirty="0">
                <a:solidFill>
                  <a:srgbClr val="A3E63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7600" dirty="0"/>
          </a:p>
        </p:txBody>
      </p:sp>
      <p:sp>
        <p:nvSpPr>
          <p:cNvPr id="16" name="Text 14"/>
          <p:cNvSpPr/>
          <p:nvPr/>
        </p:nvSpPr>
        <p:spPr>
          <a:xfrm>
            <a:off x="685800" y="3898999"/>
            <a:ext cx="6995160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0"/>
              </a:lnSpc>
              <a:spcBef>
                <a:spcPts val="2200"/>
              </a:spcBef>
              <a:buNone/>
            </a:pPr>
            <a:r>
              <a:rPr lang="en-US" sz="1400" dirty="0">
                <a:solidFill>
                  <a:srgbClr val="EDEDEE">
                    <a:alpha val="60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MIT-licensed agent core, hosted API, npm packages. Bring your own AI Gateway key or use the hosted run. Star it, fork it, build the surface that doesn't exist yet.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423023"/>
            <a:ext cx="10820400" cy="784027"/>
          </a:xfrm>
          <a:prstGeom prst="rect">
            <a:avLst/>
          </a:prstGeom>
          <a:solidFill>
            <a:srgbClr val="1010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5800" y="4427786"/>
            <a:ext cx="10820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600" y="4686449"/>
            <a:ext cx="1404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05967" y="4686449"/>
            <a:ext cx="51943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 @getdesign/cli</a:t>
            </a:r>
            <a:pPr algn="l" indent="0" marL="0">
              <a:buNone/>
            </a:pPr>
            <a:r>
              <a:rPr lang="en-US" sz="180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800" dirty="0">
                <a:solidFill>
                  <a:srgbClr val="EDEDEE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https://linear.app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07822" y="4748361"/>
            <a:ext cx="18749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PASTE · GET · COMMIT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99899" y="4769048"/>
            <a:ext cx="101501" cy="101501"/>
          </a:xfrm>
          <a:prstGeom prst="roundRect">
            <a:avLst>
              <a:gd name="adj" fmla="val 1238707"/>
            </a:avLst>
          </a:prstGeom>
          <a:solidFill>
            <a:srgbClr val="A3E6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85800" y="5649962"/>
            <a:ext cx="234478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807125"/>
            <a:ext cx="2391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" y="6000750"/>
            <a:ext cx="239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getdesign.app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8288" y="5649962"/>
            <a:ext cx="325278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8288" y="5807125"/>
            <a:ext cx="33178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8288" y="6000750"/>
            <a:ext cx="33178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github.com/mohtashammurshid/getdesign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38776" y="5649962"/>
            <a:ext cx="234478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38776" y="5807125"/>
            <a:ext cx="2391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38776" y="6000750"/>
            <a:ext cx="239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@getdesign/sdk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61264" y="5649962"/>
            <a:ext cx="2344787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61264" y="5807125"/>
            <a:ext cx="23916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DEDEE">
                    <a:alpha val="38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LICENSE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61264" y="6000750"/>
            <a:ext cx="2391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50" dirty="0">
                <a:solidFill>
                  <a:srgbClr val="EDED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8993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72281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5554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88421" y="6388150"/>
            <a:ext cx="1081980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2115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254032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38691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51979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652671" y="6388150"/>
            <a:ext cx="1082129" cy="126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2026-05-04T14:15:42Z</dcterms:created>
  <dcterms:modified xsi:type="dcterms:W3CDTF">2026-05-04T14:15:42Z</dcterms:modified>
</cp:coreProperties>
</file>