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58993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722811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85554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988421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21152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254032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38691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1979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65267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85800" y="711250"/>
            <a:ext cx="101501" cy="101501"/>
          </a:xfrm>
          <a:prstGeom prst="roundRect">
            <a:avLst>
              <a:gd name="adj" fmla="val 1238707"/>
            </a:avLst>
          </a:prstGeom>
          <a:solidFill>
            <a:srgbClr val="A3E6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88802" y="685800"/>
            <a:ext cx="9083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6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DESIGN.MD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813405" y="685800"/>
            <a:ext cx="70665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 / 08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85800" y="2132112"/>
            <a:ext cx="11036808" cy="1968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752"/>
              </a:lnSpc>
              <a:buNone/>
            </a:pPr>
            <a:r>
              <a:rPr lang="en-US" sz="76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design system</a:t>
            </a:r>
            <a:endParaRPr lang="en-US" sz="7600" dirty="0"/>
          </a:p>
          <a:p>
            <a:pPr algn="l" indent="0" marL="0">
              <a:lnSpc>
                <a:spcPts val="7752"/>
              </a:lnSpc>
              <a:buNone/>
            </a:pPr>
            <a:r>
              <a:rPr lang="en-US" sz="76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for any </a:t>
            </a:r>
            <a:endParaRPr lang="en-US" sz="7600" dirty="0"/>
          </a:p>
          <a:p>
            <a:pPr algn="l" indent="0" marL="0">
              <a:lnSpc>
                <a:spcPts val="7752"/>
              </a:lnSpc>
              <a:buNone/>
            </a:pPr>
            <a:r>
              <a:rPr lang="en-US" sz="7600" dirty="0">
                <a:solidFill>
                  <a:srgbClr val="EDEDEE">
                    <a:alpha val="38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URL</a:t>
            </a:r>
            <a:pPr algn="l" indent="0" marL="0">
              <a:lnSpc>
                <a:spcPts val="7752"/>
              </a:lnSpc>
              <a:buNone/>
            </a:pPr>
            <a:r>
              <a:rPr lang="en-US" sz="7600" dirty="0">
                <a:solidFill>
                  <a:srgbClr val="A3E63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</a:t>
            </a:r>
            <a:endParaRPr lang="en-US" sz="7600" dirty="0"/>
          </a:p>
        </p:txBody>
      </p:sp>
      <p:sp>
        <p:nvSpPr>
          <p:cNvPr id="16" name="Text 14"/>
          <p:cNvSpPr/>
          <p:nvPr/>
        </p:nvSpPr>
        <p:spPr>
          <a:xfrm>
            <a:off x="685800" y="4380161"/>
            <a:ext cx="6995160" cy="826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0"/>
              </a:lnSpc>
              <a:spcBef>
                <a:spcPts val="2200"/>
              </a:spcBef>
              <a:buNone/>
            </a:pPr>
            <a:r>
              <a:rPr lang="en-US" sz="140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 open-source agent that opens any public URL, screenshots it, extracts the real CSS tokens, and writes a structured design.md. Every swatch grounded. No hallucinated palettes.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" y="6019800"/>
            <a:ext cx="432142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 ·</a:t>
            </a:r>
            <a:pPr algn="l" indent="0" marL="0">
              <a:buNone/>
            </a:pPr>
            <a:r>
              <a:rPr lang="en-US" sz="1050" dirty="0">
                <a:solidFill>
                  <a:srgbClr val="EDEDEE">
                    <a:alpha val="6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GITHUB.COM/MOHTASHAMMURSHID/GETDESIGN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278041" y="6019800"/>
            <a:ext cx="255365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PKG ·</a:t>
            </a:r>
            <a:pPr algn="l" indent="0" marL="0">
              <a:buNone/>
            </a:pPr>
            <a:r>
              <a:rPr lang="en-US" sz="1050" dirty="0">
                <a:solidFill>
                  <a:srgbClr val="EDEDEE">
                    <a:alpha val="6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NPM I @GETDESIGN/SDK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0639574" y="6019800"/>
            <a:ext cx="8839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6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V1 · 2026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58993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722811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85554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988421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121152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254032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838691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951979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1065267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58993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722811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85554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988421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21152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254032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38691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1979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65267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85800" y="720775"/>
            <a:ext cx="101501" cy="101501"/>
          </a:xfrm>
          <a:prstGeom prst="roundRect">
            <a:avLst>
              <a:gd name="adj" fmla="val 1238707"/>
            </a:avLst>
          </a:prstGeom>
          <a:solidFill>
            <a:srgbClr val="A3E6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88802" y="685800"/>
            <a:ext cx="9059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6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DESIGN.MD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815340" y="685800"/>
            <a:ext cx="70467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/ 08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85800" y="1536650"/>
            <a:ext cx="10255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· problem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919883" y="1269950"/>
            <a:ext cx="762909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Matching a brand is a manual, lossy ritual.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85800" y="1981051"/>
            <a:ext cx="6736029" cy="495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spcBef>
                <a:spcPts val="1400"/>
              </a:spcBef>
              <a:buNone/>
            </a:pPr>
            <a:r>
              <a:rPr lang="en-US" sz="130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Three workflows, all of them wrong. Designers eyedrop. Developers screenshot LLMs and pray. Agents hallucinate hex codes that don't exist on the page they're cloning.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" y="2984450"/>
            <a:ext cx="3454301" cy="3602385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685800" y="2989213"/>
            <a:ext cx="3454301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5150" y="3273326"/>
            <a:ext cx="295351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87171">
                    <a:alpha val="8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 · MANUAL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65150" y="3622477"/>
            <a:ext cx="2953512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buNone/>
            </a:pPr>
            <a:r>
              <a:rPr lang="en-US" sz="17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Eyedrop, copy, guess weights.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65150" y="4422577"/>
            <a:ext cx="355550" cy="355550"/>
          </a:xfrm>
          <a:prstGeom prst="rect">
            <a:avLst/>
          </a:prstGeom>
          <a:solidFill>
            <a:srgbClr val="5B8DE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396901" y="4422577"/>
            <a:ext cx="355550" cy="355550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828651" y="4422577"/>
            <a:ext cx="355550" cy="355550"/>
          </a:xfrm>
          <a:prstGeom prst="rect">
            <a:avLst/>
          </a:prstGeom>
          <a:solidFill>
            <a:srgbClr val="2DD4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2260402" y="4422577"/>
            <a:ext cx="355550" cy="355550"/>
          </a:xfrm>
          <a:prstGeom prst="rect">
            <a:avLst/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2692152" y="4422577"/>
            <a:ext cx="355550" cy="355550"/>
          </a:xfrm>
          <a:prstGeom prst="rect">
            <a:avLst/>
          </a:prstGeom>
          <a:noFill/>
          <a:ln w="9525">
            <a:solidFill>
              <a:srgbClr val="F8717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965150" y="4955828"/>
            <a:ext cx="2953512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3"/>
              </a:lnSpc>
              <a:buNone/>
            </a:pPr>
            <a:r>
              <a:rPr lang="en-US" sz="115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DevTools open for 40 minutes. Half the swatches are wrong by a hue.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368701" y="2984450"/>
            <a:ext cx="3454450" cy="3602385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4368701" y="2989213"/>
            <a:ext cx="34544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48051" y="3273326"/>
            <a:ext cx="295366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87171">
                    <a:alpha val="8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· LLM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648051" y="3622477"/>
            <a:ext cx="295366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buNone/>
            </a:pPr>
            <a:r>
              <a:rPr lang="en-US" sz="17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Screenshot → LLM → hope.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4648051" y="4136827"/>
            <a:ext cx="2895749" cy="1314301"/>
          </a:xfrm>
          <a:prstGeom prst="rect">
            <a:avLst/>
          </a:prstGeom>
          <a:solidFill>
            <a:srgbClr val="14141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800451" y="4289227"/>
            <a:ext cx="2590949" cy="711101"/>
          </a:xfrm>
          <a:prstGeom prst="rect">
            <a:avLst/>
          </a:prstGeom>
          <a:solidFill>
            <a:srgbClr val="1A1A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800451" y="5206603"/>
            <a:ext cx="2413248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7315200" y="5127278"/>
            <a:ext cx="777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87171">
                    <a:alpha val="8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?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648051" y="5628829"/>
            <a:ext cx="2953664" cy="678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3"/>
              </a:lnSpc>
              <a:buNone/>
            </a:pPr>
            <a:r>
              <a:rPr lang="en-US" sz="115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Vision models invent palette values. Nothing is grounded in the actual stylesheet.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8051750" y="2984450"/>
            <a:ext cx="3454450" cy="3602385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Shape 36"/>
          <p:cNvSpPr/>
          <p:nvPr/>
        </p:nvSpPr>
        <p:spPr>
          <a:xfrm>
            <a:off x="8051750" y="2989213"/>
            <a:ext cx="34544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331101" y="3273326"/>
            <a:ext cx="295366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87171">
                    <a:alpha val="8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· BY HAND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31101" y="3622477"/>
            <a:ext cx="295366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buNone/>
            </a:pPr>
            <a:r>
              <a:rPr lang="en-US" sz="17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Write the spec yourself.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8331101" y="4136827"/>
            <a:ext cx="2895749" cy="12650"/>
          </a:xfrm>
          <a:prstGeom prst="rect">
            <a:avLst/>
          </a:prstGeom>
          <a:solidFill>
            <a:srgbClr val="EDEDEE">
              <a:alpha val="2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8331101" y="4250978"/>
            <a:ext cx="1737420" cy="12650"/>
          </a:xfrm>
          <a:prstGeom prst="rect">
            <a:avLst/>
          </a:prstGeom>
          <a:solidFill>
            <a:srgbClr val="EDEDEE">
              <a:alpha val="2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8331101" y="4365129"/>
            <a:ext cx="2895749" cy="12650"/>
          </a:xfrm>
          <a:prstGeom prst="rect">
            <a:avLst/>
          </a:prstGeom>
          <a:solidFill>
            <a:srgbClr val="F87171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8331101" y="4479280"/>
            <a:ext cx="1158180" cy="12650"/>
          </a:xfrm>
          <a:prstGeom prst="rect">
            <a:avLst/>
          </a:prstGeom>
          <a:solidFill>
            <a:srgbClr val="EDEDEE">
              <a:alpha val="2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8331101" y="4593431"/>
            <a:ext cx="1737420" cy="12650"/>
          </a:xfrm>
          <a:prstGeom prst="rect">
            <a:avLst/>
          </a:prstGeom>
          <a:solidFill>
            <a:srgbClr val="F87171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8331101" y="4707582"/>
            <a:ext cx="2895749" cy="12650"/>
          </a:xfrm>
          <a:prstGeom prst="rect">
            <a:avLst/>
          </a:prstGeom>
          <a:solidFill>
            <a:srgbClr val="EDEDEE">
              <a:alpha val="2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8331101" y="4821734"/>
            <a:ext cx="1158180" cy="12650"/>
          </a:xfrm>
          <a:prstGeom prst="rect">
            <a:avLst/>
          </a:prstGeom>
          <a:solidFill>
            <a:srgbClr val="EDEDEE">
              <a:alpha val="2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8331101" y="5012085"/>
            <a:ext cx="2953664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3"/>
              </a:lnSpc>
              <a:buNone/>
            </a:pPr>
            <a:r>
              <a:rPr lang="en-US" sz="115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Three drafts in. Inconsistent across teams. No one wants to maintain it.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685800" y="6000750"/>
            <a:ext cx="156692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TODAY'S WORKFLOW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8337798" y="6000750"/>
            <a:ext cx="32317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SLOW · ERROR-PRONE · INCONSISTENT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457200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158993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2722811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385554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4988421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6121152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7254032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838691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951979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1065267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58993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722811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85554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988421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21152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254032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38691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1979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65267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85800" y="720775"/>
            <a:ext cx="101501" cy="101501"/>
          </a:xfrm>
          <a:prstGeom prst="roundRect">
            <a:avLst>
              <a:gd name="adj" fmla="val 1238707"/>
            </a:avLst>
          </a:prstGeom>
          <a:solidFill>
            <a:srgbClr val="A3E6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88802" y="685800"/>
            <a:ext cx="9059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6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DESIGN.MD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815340" y="685800"/>
            <a:ext cx="70467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/ 08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85800" y="1536650"/>
            <a:ext cx="111105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· solution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003673" y="1269950"/>
            <a:ext cx="5463147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Paste a URL. Get a design.md.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85800" y="2539901"/>
            <a:ext cx="4673650" cy="3206502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85800" y="2544663"/>
            <a:ext cx="46736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9701" y="2852589"/>
            <a:ext cx="63401" cy="63401"/>
          </a:xfrm>
          <a:prstGeom prst="roundRect">
            <a:avLst>
              <a:gd name="adj" fmla="val 1983092"/>
            </a:avLst>
          </a:prstGeom>
          <a:solidFill>
            <a:srgbClr val="A3E6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104602" y="2803327"/>
            <a:ext cx="45526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INPUT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939701" y="3193852"/>
            <a:ext cx="4165848" cy="593527"/>
          </a:xfrm>
          <a:prstGeom prst="rect">
            <a:avLst/>
          </a:prstGeom>
          <a:solidFill>
            <a:srgbClr val="14141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142851" y="3371552"/>
            <a:ext cx="383473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https://</a:t>
            </a:r>
            <a:pPr algn="l" indent="0" marL="0">
              <a:buNone/>
            </a:pPr>
            <a:r>
              <a:rPr lang="en-US" sz="140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linear.app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39701" y="3990529"/>
            <a:ext cx="1098203" cy="314325"/>
          </a:xfrm>
          <a:prstGeom prst="rect">
            <a:avLst/>
          </a:prstGeom>
          <a:solidFill>
            <a:srgbClr val="14141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66651" y="4066729"/>
            <a:ext cx="86118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EDEDEE">
                    <a:alpha val="6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PUBLIC URL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215604" y="3990529"/>
            <a:ext cx="1013668" cy="314325"/>
          </a:xfrm>
          <a:prstGeom prst="rect">
            <a:avLst/>
          </a:prstGeom>
          <a:solidFill>
            <a:srgbClr val="14141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2342555" y="4066729"/>
            <a:ext cx="7749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EDEDEE">
                    <a:alpha val="6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READ-ONLY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740450" y="3901827"/>
            <a:ext cx="711101" cy="12650"/>
          </a:xfrm>
          <a:prstGeom prst="rect">
            <a:avLst/>
          </a:prstGeom>
          <a:solidFill>
            <a:srgbClr val="A3E6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6403975" y="3990677"/>
            <a:ext cx="95250" cy="0"/>
          </a:xfrm>
          <a:prstGeom prst="line">
            <a:avLst/>
          </a:prstGeom>
          <a:noFill/>
          <a:ln w="762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3975" y="4066877"/>
            <a:ext cx="95250" cy="0"/>
          </a:xfrm>
          <a:prstGeom prst="line">
            <a:avLst/>
          </a:prstGeom>
          <a:noFill/>
          <a:ln w="762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51600" y="3952577"/>
            <a:ext cx="0" cy="152400"/>
          </a:xfrm>
          <a:prstGeom prst="line">
            <a:avLst/>
          </a:prstGeom>
          <a:noFill/>
          <a:ln w="95250">
            <a:solidFill>
              <a:srgbClr val="A3E63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22169" y="4231928"/>
            <a:ext cx="35446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EDEDEE">
                    <a:alpha val="6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~90S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832550" y="2539901"/>
            <a:ext cx="4673650" cy="3206502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Shape 31"/>
          <p:cNvSpPr/>
          <p:nvPr/>
        </p:nvSpPr>
        <p:spPr>
          <a:xfrm>
            <a:off x="6832550" y="2544663"/>
            <a:ext cx="46736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86451" y="2812852"/>
            <a:ext cx="8394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design.md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0228957" y="2803327"/>
            <a:ext cx="1023342" cy="219075"/>
          </a:xfrm>
          <a:prstGeom prst="rect">
            <a:avLst/>
          </a:prstGeom>
          <a:solidFill>
            <a:srgbClr val="A3E6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0330458" y="2841427"/>
            <a:ext cx="83674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A0A0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 SECTIONS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086451" y="3230314"/>
            <a:ext cx="4165848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086451" y="3311277"/>
            <a:ext cx="2849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7492752" y="3311277"/>
            <a:ext cx="162446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EDEDEE">
                    <a:alpha val="85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Visual theme &amp; atmosphere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086451" y="3554164"/>
            <a:ext cx="4165848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086451" y="3635127"/>
            <a:ext cx="2849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7492752" y="3635127"/>
            <a:ext cx="119789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EDEDEE">
                    <a:alpha val="85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Color palette &amp; roles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086451" y="3878014"/>
            <a:ext cx="4165848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086451" y="3958977"/>
            <a:ext cx="2849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7492752" y="3958977"/>
            <a:ext cx="101435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EDEDEE">
                    <a:alpha val="85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Typography rules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7086451" y="4201864"/>
            <a:ext cx="4165848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086451" y="4282827"/>
            <a:ext cx="2849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7492752" y="4282827"/>
            <a:ext cx="118620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EDEDEE">
                    <a:alpha val="85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Component stylings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7086451" y="4525714"/>
            <a:ext cx="4165848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86451" y="4606677"/>
            <a:ext cx="2849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7492752" y="4606677"/>
            <a:ext cx="101587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EDEDEE">
                    <a:alpha val="85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Layout principles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086451" y="4849564"/>
            <a:ext cx="4165848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086451" y="4930527"/>
            <a:ext cx="2849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7492752" y="4930527"/>
            <a:ext cx="104487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EDEDEE">
                    <a:alpha val="85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Depth &amp; elevation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086451" y="5173414"/>
            <a:ext cx="4165848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086451" y="5254377"/>
            <a:ext cx="2849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7492752" y="5254377"/>
            <a:ext cx="11921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EDEDEE">
                    <a:alpha val="85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Interaction &amp; motion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685800" y="6000750"/>
            <a:ext cx="1371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GETDESIGN · V1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9585871" y="6000750"/>
            <a:ext cx="19587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GROUNDED IN REAL CSS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457200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158993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2722811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385554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4988421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6121152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7254032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38691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951979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1065267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58993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722811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85554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988421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21152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254032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38691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1979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65267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85800" y="720775"/>
            <a:ext cx="101501" cy="101501"/>
          </a:xfrm>
          <a:prstGeom prst="roundRect">
            <a:avLst>
              <a:gd name="adj" fmla="val 1238707"/>
            </a:avLst>
          </a:prstGeom>
          <a:solidFill>
            <a:srgbClr val="A3E6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88802" y="685800"/>
            <a:ext cx="9059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6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DESIGN.MD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815340" y="685800"/>
            <a:ext cx="70467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/ 08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85800" y="1536650"/>
            <a:ext cx="9401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· output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836093" y="1269950"/>
            <a:ext cx="7022637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Nine sections, in this order, every time.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85800" y="1930301"/>
            <a:ext cx="7513269" cy="441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Validated by a Zod schema on the LLM's structured output. The model can't skip a section, can't reorder, can't invent a tenth. The renderer is deterministic.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2476500"/>
            <a:ext cx="3522166" cy="1044922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685800" y="2481263"/>
            <a:ext cx="3522166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88950" y="2663726"/>
            <a:ext cx="317818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88950" y="2901851"/>
            <a:ext cx="317818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25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Visual Theme &amp; Atmosphere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88950" y="3174802"/>
            <a:ext cx="3178183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Mood, density, signature gestures.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334917" y="2476500"/>
            <a:ext cx="3522166" cy="1044922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4334917" y="2481263"/>
            <a:ext cx="3522166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38067" y="2663726"/>
            <a:ext cx="317818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38067" y="2901851"/>
            <a:ext cx="317818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25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Color Palette &amp; Roles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538067" y="3174802"/>
            <a:ext cx="3178183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Hex values + semantic roles.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984034" y="2476500"/>
            <a:ext cx="3522166" cy="1044922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7984034" y="2481263"/>
            <a:ext cx="3522166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187184" y="2663726"/>
            <a:ext cx="317818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187184" y="2901851"/>
            <a:ext cx="317818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25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Typography Rules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8187184" y="3174802"/>
            <a:ext cx="3178183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Stacks, scale, weights, leading.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85800" y="3648373"/>
            <a:ext cx="3522166" cy="1044922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Shape 32"/>
          <p:cNvSpPr/>
          <p:nvPr/>
        </p:nvSpPr>
        <p:spPr>
          <a:xfrm>
            <a:off x="685800" y="3653135"/>
            <a:ext cx="3522166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88950" y="3835598"/>
            <a:ext cx="317818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88950" y="4073723"/>
            <a:ext cx="317818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25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Component Stylings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88950" y="4346674"/>
            <a:ext cx="3178183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Buttons, inputs, cards, badges.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334917" y="3648373"/>
            <a:ext cx="3522166" cy="1044922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4334917" y="3653135"/>
            <a:ext cx="3522166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8067" y="3835598"/>
            <a:ext cx="317818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538067" y="4073723"/>
            <a:ext cx="317818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25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Layout Principles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4538067" y="4346674"/>
            <a:ext cx="3178183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Grids, rhythm, alignment.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7984034" y="3648373"/>
            <a:ext cx="3522166" cy="1044922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Shape 42"/>
          <p:cNvSpPr/>
          <p:nvPr/>
        </p:nvSpPr>
        <p:spPr>
          <a:xfrm>
            <a:off x="7984034" y="3653135"/>
            <a:ext cx="3522166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187184" y="3835598"/>
            <a:ext cx="317818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8187184" y="4073723"/>
            <a:ext cx="317818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25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Depth &amp; Elevation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8187184" y="4346674"/>
            <a:ext cx="3178183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Shadows, surfaces, hierarchy.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85800" y="4820245"/>
            <a:ext cx="3522166" cy="1044922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Shape 47"/>
          <p:cNvSpPr/>
          <p:nvPr/>
        </p:nvSpPr>
        <p:spPr>
          <a:xfrm>
            <a:off x="685800" y="4825008"/>
            <a:ext cx="3522166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88950" y="5007471"/>
            <a:ext cx="317818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888950" y="5245596"/>
            <a:ext cx="317818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25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Interaction &amp; Motion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888950" y="5518547"/>
            <a:ext cx="3178183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Easings, durations, gestures.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4334917" y="4820245"/>
            <a:ext cx="3522166" cy="1044922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Shape 52"/>
          <p:cNvSpPr/>
          <p:nvPr/>
        </p:nvSpPr>
        <p:spPr>
          <a:xfrm>
            <a:off x="4334917" y="4825008"/>
            <a:ext cx="3522166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38067" y="5007471"/>
            <a:ext cx="317818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4538067" y="5245596"/>
            <a:ext cx="317818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25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Responsive Behavior</a:t>
            </a:r>
            <a:endParaRPr lang="en-US" sz="1250" dirty="0"/>
          </a:p>
        </p:txBody>
      </p:sp>
      <p:sp>
        <p:nvSpPr>
          <p:cNvPr id="57" name="Text 55"/>
          <p:cNvSpPr/>
          <p:nvPr/>
        </p:nvSpPr>
        <p:spPr>
          <a:xfrm>
            <a:off x="4538067" y="5518547"/>
            <a:ext cx="3178183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Breakpoints, fluid scale.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7984034" y="4820245"/>
            <a:ext cx="3522166" cy="1044922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Shape 57"/>
          <p:cNvSpPr/>
          <p:nvPr/>
        </p:nvSpPr>
        <p:spPr>
          <a:xfrm>
            <a:off x="7984034" y="4825008"/>
            <a:ext cx="3522166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187184" y="5007471"/>
            <a:ext cx="317818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8187184" y="5245596"/>
            <a:ext cx="317818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25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Agent Prompt Guide</a:t>
            </a:r>
            <a:endParaRPr lang="en-US" sz="1250" dirty="0"/>
          </a:p>
        </p:txBody>
      </p:sp>
      <p:sp>
        <p:nvSpPr>
          <p:cNvPr id="62" name="Text 60"/>
          <p:cNvSpPr/>
          <p:nvPr/>
        </p:nvSpPr>
        <p:spPr>
          <a:xfrm>
            <a:off x="8187184" y="5518547"/>
            <a:ext cx="3178183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How to feed this into Cursor / Claude / v0.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685800" y="6000750"/>
            <a:ext cx="146901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SCHEMA · ZOD V4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9201894" y="6000750"/>
            <a:ext cx="23503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RENDERER · DETERMINISTIC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457200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158993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2722811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385554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4988421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6121152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7254032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838691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951979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065267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58993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722811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85554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988421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21152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254032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38691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1979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65267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85800" y="720775"/>
            <a:ext cx="101501" cy="101501"/>
          </a:xfrm>
          <a:prstGeom prst="roundRect">
            <a:avLst>
              <a:gd name="adj" fmla="val 1238707"/>
            </a:avLst>
          </a:prstGeom>
          <a:solidFill>
            <a:srgbClr val="A3E6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88802" y="685800"/>
            <a:ext cx="9059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6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DESIGN.MD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815340" y="685800"/>
            <a:ext cx="70467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/ 08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85800" y="1536650"/>
            <a:ext cx="111105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· pipeline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003673" y="1269950"/>
            <a:ext cx="6516823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Four phases. About ninety seconds.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85800" y="1930301"/>
            <a:ext cx="77724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spcBef>
                <a:spcPts val="1000"/>
              </a:spcBef>
              <a:buNone/>
            </a:pPr>
            <a:r>
              <a:rPr lang="en-US" sz="125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coordinator agent orchestrates four sub-agents inside a Daytona sandbox. Crawl is deterministic. Extraction is deterministic. Only synthesis touches the LLM, and only against grounded tokens.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90600" y="3048000"/>
            <a:ext cx="1021080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990600" y="3048000"/>
            <a:ext cx="10210800" cy="12650"/>
          </a:xfrm>
          <a:prstGeom prst="rect">
            <a:avLst/>
          </a:prstGeom>
          <a:solidFill>
            <a:srgbClr val="A3E6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949500" y="2971800"/>
            <a:ext cx="177701" cy="177701"/>
          </a:xfrm>
          <a:prstGeom prst="roundRect">
            <a:avLst>
              <a:gd name="adj" fmla="val 707537"/>
            </a:avLst>
          </a:prstGeom>
          <a:solidFill>
            <a:srgbClr val="0A0A0B"/>
          </a:solidFill>
          <a:ln w="9525">
            <a:solidFill>
              <a:srgbClr val="A3E6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997125" y="3019425"/>
            <a:ext cx="76200" cy="76200"/>
          </a:xfrm>
          <a:prstGeom prst="roundRect">
            <a:avLst>
              <a:gd name="adj" fmla="val 1650000"/>
            </a:avLst>
          </a:prstGeom>
          <a:solidFill>
            <a:srgbClr val="A3E6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14197" y="3378101"/>
            <a:ext cx="244830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PHASE 01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14197" y="3616226"/>
            <a:ext cx="244830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6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Crawl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14197" y="3974902"/>
            <a:ext cx="244830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75"/>
              </a:lnSpc>
              <a:spcBef>
                <a:spcPts val="800"/>
              </a:spcBef>
              <a:buNone/>
            </a:pPr>
            <a:r>
              <a:rPr lang="en-US" sz="105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Fetch HTML, all linked CSS, @import chains, font sources.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654600" y="2971800"/>
            <a:ext cx="177701" cy="177701"/>
          </a:xfrm>
          <a:prstGeom prst="roundRect">
            <a:avLst>
              <a:gd name="adj" fmla="val 707537"/>
            </a:avLst>
          </a:prstGeom>
          <a:solidFill>
            <a:srgbClr val="0A0A0B"/>
          </a:solidFill>
          <a:ln w="9525">
            <a:solidFill>
              <a:srgbClr val="A3E6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702225" y="3019425"/>
            <a:ext cx="76200" cy="76200"/>
          </a:xfrm>
          <a:prstGeom prst="roundRect">
            <a:avLst>
              <a:gd name="adj" fmla="val 1650000"/>
            </a:avLst>
          </a:prstGeom>
          <a:solidFill>
            <a:srgbClr val="A3E6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519297" y="3378101"/>
            <a:ext cx="244830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PHASE 02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519297" y="3616226"/>
            <a:ext cx="244830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6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Screenshot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3519297" y="3974902"/>
            <a:ext cx="244830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75"/>
              </a:lnSpc>
              <a:spcBef>
                <a:spcPts val="800"/>
              </a:spcBef>
              <a:buNone/>
            </a:pPr>
            <a:r>
              <a:rPr lang="en-US" sz="105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Real Chromium in a Daytona sandbox. Hero + full-page stitch.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359700" y="2971800"/>
            <a:ext cx="177701" cy="177701"/>
          </a:xfrm>
          <a:prstGeom prst="roundRect">
            <a:avLst>
              <a:gd name="adj" fmla="val 707537"/>
            </a:avLst>
          </a:prstGeom>
          <a:solidFill>
            <a:srgbClr val="0A0A0B"/>
          </a:solidFill>
          <a:ln w="9525">
            <a:solidFill>
              <a:srgbClr val="A3E6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407325" y="3019425"/>
            <a:ext cx="76200" cy="76200"/>
          </a:xfrm>
          <a:prstGeom prst="roundRect">
            <a:avLst>
              <a:gd name="adj" fmla="val 1650000"/>
            </a:avLst>
          </a:prstGeom>
          <a:solidFill>
            <a:srgbClr val="A3E6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224397" y="3378101"/>
            <a:ext cx="244830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PHASE 03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224397" y="3616226"/>
            <a:ext cx="244830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6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Extract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224397" y="3974902"/>
            <a:ext cx="244830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75"/>
              </a:lnSpc>
              <a:spcBef>
                <a:spcPts val="800"/>
              </a:spcBef>
              <a:buNone/>
            </a:pPr>
            <a:r>
              <a:rPr lang="en-US" sz="105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Deterministic CSS parse into a DesignTokens Zod object.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10064800" y="2971800"/>
            <a:ext cx="177701" cy="177701"/>
          </a:xfrm>
          <a:prstGeom prst="roundRect">
            <a:avLst>
              <a:gd name="adj" fmla="val 707537"/>
            </a:avLst>
          </a:prstGeom>
          <a:solidFill>
            <a:srgbClr val="0A0A0B"/>
          </a:solidFill>
          <a:ln w="9525">
            <a:solidFill>
              <a:srgbClr val="A3E6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0112425" y="3019425"/>
            <a:ext cx="76200" cy="76200"/>
          </a:xfrm>
          <a:prstGeom prst="roundRect">
            <a:avLst>
              <a:gd name="adj" fmla="val 1650000"/>
            </a:avLst>
          </a:prstGeom>
          <a:solidFill>
            <a:srgbClr val="A3E6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8929497" y="3378101"/>
            <a:ext cx="244830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PHASE 04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8929497" y="3616226"/>
            <a:ext cx="244830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6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Synthesize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8929497" y="3974902"/>
            <a:ext cx="244830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75"/>
              </a:lnSpc>
              <a:spcBef>
                <a:spcPts val="800"/>
              </a:spcBef>
              <a:buNone/>
            </a:pPr>
            <a:r>
              <a:rPr lang="en-US" sz="105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GPT-5.5 class via AI Gateway. Structured output, validated.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85800" y="6000750"/>
            <a:ext cx="14693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COLD START ≤ 5S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9393585" y="6000750"/>
            <a:ext cx="215486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END-TO-END ≤ 90S · P50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57200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158993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2722811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385554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4988421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121152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7254032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838691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951979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1065267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58993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722811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85554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988421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21152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254032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38691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1979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65267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85800" y="720775"/>
            <a:ext cx="101501" cy="101501"/>
          </a:xfrm>
          <a:prstGeom prst="roundRect">
            <a:avLst>
              <a:gd name="adj" fmla="val 1238707"/>
            </a:avLst>
          </a:prstGeom>
          <a:solidFill>
            <a:srgbClr val="A3E6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88802" y="685800"/>
            <a:ext cx="9059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6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DESIGN.MD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815340" y="685800"/>
            <a:ext cx="70467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 / 08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85800" y="1536650"/>
            <a:ext cx="119652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 · grounding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087463" y="1269950"/>
            <a:ext cx="8130963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Every color appears in the actual stylesheet.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85800" y="1930301"/>
            <a:ext cx="77724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spcBef>
                <a:spcPts val="1000"/>
              </a:spcBef>
              <a:buNone/>
            </a:pPr>
            <a:r>
              <a:rPr lang="en-US" sz="125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Validation rule: 100% of palette values must trace back to the crawled CSS. Anything the model invents is rejected. This is the line between a spec and a hallucination.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85800" y="2920901"/>
            <a:ext cx="5295900" cy="3297734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685800" y="2925663"/>
            <a:ext cx="5295900" cy="0"/>
          </a:xfrm>
          <a:prstGeom prst="line">
            <a:avLst/>
          </a:prstGeom>
          <a:noFill/>
          <a:ln w="9525">
            <a:solidFill>
              <a:srgbClr val="F8717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5150" y="3251002"/>
            <a:ext cx="203150" cy="203150"/>
          </a:xfrm>
          <a:prstGeom prst="roundRect">
            <a:avLst>
              <a:gd name="adj" fmla="val 618902"/>
            </a:avLst>
          </a:prstGeom>
          <a:solidFill>
            <a:srgbClr val="1A1A20"/>
          </a:solidFill>
          <a:ln w="9525">
            <a:solidFill>
              <a:srgbClr val="F8717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024830" y="3282702"/>
            <a:ext cx="85466" cy="1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100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×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295251" y="3209776"/>
            <a:ext cx="159410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Vision-only LLM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65150" y="3571726"/>
            <a:ext cx="483194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INVENTED FROM A SCREENSHOT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65150" y="3971776"/>
            <a:ext cx="4737199" cy="571202"/>
          </a:xfrm>
          <a:prstGeom prst="rect">
            <a:avLst/>
          </a:prstGeom>
          <a:solidFill>
            <a:srgbClr val="14141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1092101" y="4117628"/>
            <a:ext cx="279350" cy="279350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523851" y="4073277"/>
            <a:ext cx="15499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#7C3AED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523851" y="4279553"/>
            <a:ext cx="154992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50" dirty="0">
                <a:solidFill>
                  <a:srgbClr val="F87171">
                    <a:alpha val="8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not in any stylesheet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965150" y="4669929"/>
            <a:ext cx="4737199" cy="571202"/>
          </a:xfrm>
          <a:prstGeom prst="rect">
            <a:avLst/>
          </a:prstGeom>
          <a:solidFill>
            <a:srgbClr val="14141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1092101" y="4815780"/>
            <a:ext cx="279350" cy="279350"/>
          </a:xfrm>
          <a:prstGeom prst="rect">
            <a:avLst/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523851" y="4771430"/>
            <a:ext cx="15499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#06B6D4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523851" y="4977705"/>
            <a:ext cx="154992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50" dirty="0">
                <a:solidFill>
                  <a:srgbClr val="F87171">
                    <a:alpha val="8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not in any stylesheet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65150" y="5368082"/>
            <a:ext cx="4737199" cy="571202"/>
          </a:xfrm>
          <a:prstGeom prst="rect">
            <a:avLst/>
          </a:prstGeom>
          <a:solidFill>
            <a:srgbClr val="14141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092101" y="5513933"/>
            <a:ext cx="279350" cy="27935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1523851" y="5469582"/>
            <a:ext cx="15499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#F97316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523851" y="5675858"/>
            <a:ext cx="154992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50" dirty="0">
                <a:solidFill>
                  <a:srgbClr val="F87171">
                    <a:alpha val="8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not in any stylesheet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210300" y="2920901"/>
            <a:ext cx="5295900" cy="3297734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Shape 35"/>
          <p:cNvSpPr/>
          <p:nvPr/>
        </p:nvSpPr>
        <p:spPr>
          <a:xfrm>
            <a:off x="6210300" y="2925663"/>
            <a:ext cx="5295900" cy="0"/>
          </a:xfrm>
          <a:prstGeom prst="line">
            <a:avLst/>
          </a:prstGeom>
          <a:noFill/>
          <a:ln w="9525">
            <a:solidFill>
              <a:srgbClr val="A3E63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89650" y="3251002"/>
            <a:ext cx="203150" cy="203150"/>
          </a:xfrm>
          <a:prstGeom prst="roundRect">
            <a:avLst>
              <a:gd name="adj" fmla="val 618902"/>
            </a:avLst>
          </a:prstGeom>
          <a:solidFill>
            <a:srgbClr val="A3E6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549182" y="3282702"/>
            <a:ext cx="85770" cy="1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100" dirty="0">
                <a:solidFill>
                  <a:srgbClr val="0A0A0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✓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819751" y="3209776"/>
            <a:ext cx="210264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getdesign · grounded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6489650" y="3571726"/>
            <a:ext cx="483194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PARSED FROM REAL CSS VARIABLES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489650" y="3971776"/>
            <a:ext cx="4737199" cy="571202"/>
          </a:xfrm>
          <a:prstGeom prst="rect">
            <a:avLst/>
          </a:prstGeom>
          <a:solidFill>
            <a:srgbClr val="14141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616601" y="4117628"/>
            <a:ext cx="279350" cy="279350"/>
          </a:xfrm>
          <a:prstGeom prst="rect">
            <a:avLst/>
          </a:prstGeom>
          <a:solidFill>
            <a:srgbClr val="A3E6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048351" y="4073277"/>
            <a:ext cx="11808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#A3E635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048351" y="4279553"/>
            <a:ext cx="118088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50" dirty="0">
                <a:solidFill>
                  <a:srgbClr val="A3E635">
                    <a:alpha val="8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--accent · :root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489650" y="4669929"/>
            <a:ext cx="4737199" cy="571202"/>
          </a:xfrm>
          <a:prstGeom prst="rect">
            <a:avLst/>
          </a:prstGeom>
          <a:solidFill>
            <a:srgbClr val="14141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616601" y="4815780"/>
            <a:ext cx="279350" cy="279350"/>
          </a:xfrm>
          <a:prstGeom prst="rect">
            <a:avLst/>
          </a:prstGeom>
          <a:solidFill>
            <a:srgbClr val="0A0A0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7048351" y="4771430"/>
            <a:ext cx="147599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#0A0A0B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7048351" y="4977705"/>
            <a:ext cx="147599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50" dirty="0">
                <a:solidFill>
                  <a:srgbClr val="A3E635">
                    <a:alpha val="8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--background · :root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6489650" y="5368082"/>
            <a:ext cx="4737199" cy="571202"/>
          </a:xfrm>
          <a:prstGeom prst="rect">
            <a:avLst/>
          </a:prstGeom>
          <a:solidFill>
            <a:srgbClr val="14141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616601" y="5513933"/>
            <a:ext cx="279350" cy="279350"/>
          </a:xfrm>
          <a:prstGeom prst="rect">
            <a:avLst/>
          </a:prstGeom>
          <a:solidFill>
            <a:srgbClr val="EDED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048351" y="5469582"/>
            <a:ext cx="147599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#EDEDEE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7048351" y="5675858"/>
            <a:ext cx="147599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50" dirty="0">
                <a:solidFill>
                  <a:srgbClr val="A3E635">
                    <a:alpha val="8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--foreground · :root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685800" y="6000750"/>
            <a:ext cx="215456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100% PALETTE GROUNDING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8433495" y="6000750"/>
            <a:ext cx="313416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DETERMINISM ≥ 95% ON REPEAT RUNS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457200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158993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2722811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385554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4988421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6121152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7254032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838691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951979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1065267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58993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722811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85554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988421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21152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254032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38691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1979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65267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85800" y="720775"/>
            <a:ext cx="101501" cy="101501"/>
          </a:xfrm>
          <a:prstGeom prst="roundRect">
            <a:avLst>
              <a:gd name="adj" fmla="val 1238707"/>
            </a:avLst>
          </a:prstGeom>
          <a:solidFill>
            <a:srgbClr val="A3E6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88802" y="685800"/>
            <a:ext cx="9059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6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DESIGN.MD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815340" y="685800"/>
            <a:ext cx="70467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 / 08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85800" y="1536650"/>
            <a:ext cx="111105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 · surfaces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003673" y="1269950"/>
            <a:ext cx="558975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Four surfaces. One agent core.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85800" y="1930301"/>
            <a:ext cx="7772400" cy="441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Same package, same schema, four ways in. Whatever your stack already is, getdesign meets it there. No per-surface drift.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2476500"/>
            <a:ext cx="5334000" cy="1732359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685800" y="2481263"/>
            <a:ext cx="533400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88950" y="2663726"/>
            <a:ext cx="84145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 · CHAT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716959" y="2668488"/>
            <a:ext cx="112168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getdesign.app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88950" y="2901851"/>
            <a:ext cx="50262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4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Live web UI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88950" y="3266926"/>
            <a:ext cx="4927699" cy="764232"/>
          </a:xfrm>
          <a:prstGeom prst="rect">
            <a:avLst/>
          </a:prstGeom>
          <a:solidFill>
            <a:srgbClr val="14141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15901" y="3368427"/>
            <a:ext cx="4767274" cy="1870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EDEDEE">
                    <a:alpha val="5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&gt;</a:t>
            </a:r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paste a URL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015901" y="3555504"/>
            <a:ext cx="4767274" cy="1870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EDEDEE">
                    <a:alpha val="5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&gt;</a:t>
            </a:r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watch the agent run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015901" y="3742581"/>
            <a:ext cx="4767274" cy="1870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EDEDEE">
                    <a:alpha val="5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&gt;</a:t>
            </a:r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read the design.md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172200" y="2476500"/>
            <a:ext cx="5334000" cy="1732359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6172200" y="2481263"/>
            <a:ext cx="533400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75350" y="2663726"/>
            <a:ext cx="7479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· API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9865072" y="2668488"/>
            <a:ext cx="146673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api.getdesign.app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375350" y="2901851"/>
            <a:ext cx="50262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4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One-shot HTTP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375350" y="3266926"/>
            <a:ext cx="4927699" cy="764232"/>
          </a:xfrm>
          <a:prstGeom prst="rect">
            <a:avLst/>
          </a:prstGeom>
          <a:solidFill>
            <a:srgbClr val="14141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502301" y="3368427"/>
            <a:ext cx="4767274" cy="1870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curl</a:t>
            </a:r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</a:t>
            </a:r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EDEDEE">
                    <a:alpha val="8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api.getdesign.app/?url=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502301" y="3555504"/>
            <a:ext cx="4767274" cy="1870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EDEDEE">
                    <a:alpha val="8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https://linear.app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502301" y="3742581"/>
            <a:ext cx="4767274" cy="1870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EDEDEE">
                    <a:alpha val="5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⇒</a:t>
            </a:r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text/markdown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85800" y="4361259"/>
            <a:ext cx="5334000" cy="1732359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Shape 35"/>
          <p:cNvSpPr/>
          <p:nvPr/>
        </p:nvSpPr>
        <p:spPr>
          <a:xfrm>
            <a:off x="685800" y="4366022"/>
            <a:ext cx="533400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88950" y="4548485"/>
            <a:ext cx="7479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· CLI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632424" y="4553248"/>
            <a:ext cx="12079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@getdesign/cli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88950" y="4786610"/>
            <a:ext cx="50262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4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Local one-shot or REPL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888950" y="5151686"/>
            <a:ext cx="4927699" cy="764232"/>
          </a:xfrm>
          <a:prstGeom prst="rect">
            <a:avLst/>
          </a:prstGeom>
          <a:solidFill>
            <a:srgbClr val="14141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1015901" y="5253186"/>
            <a:ext cx="4767274" cy="1870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npx</a:t>
            </a:r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@getdesign/cli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1015901" y="5440263"/>
            <a:ext cx="4767274" cy="1870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https://stripe.com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1015901" y="5627340"/>
            <a:ext cx="4767274" cy="1870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EDEDEE">
                    <a:alpha val="5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⇒</a:t>
            </a:r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design.md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172200" y="4361259"/>
            <a:ext cx="5334000" cy="1732359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Shape 44"/>
          <p:cNvSpPr/>
          <p:nvPr/>
        </p:nvSpPr>
        <p:spPr>
          <a:xfrm>
            <a:off x="6172200" y="4366022"/>
            <a:ext cx="533400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75350" y="4548485"/>
            <a:ext cx="7479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· SDK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10118824" y="4553248"/>
            <a:ext cx="12079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@getdesign/sdk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375350" y="4786610"/>
            <a:ext cx="50262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4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Typed TypeScript client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6375350" y="5151686"/>
            <a:ext cx="4927699" cy="764232"/>
          </a:xfrm>
          <a:prstGeom prst="rect">
            <a:avLst/>
          </a:prstGeom>
          <a:solidFill>
            <a:srgbClr val="14141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502301" y="5253186"/>
            <a:ext cx="4767274" cy="1870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const</a:t>
            </a:r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{ doc } </a:t>
            </a:r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=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6502301" y="5440263"/>
            <a:ext cx="4767274" cy="1870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await</a:t>
            </a:r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getDesign(url)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6502301" y="5627340"/>
            <a:ext cx="4767274" cy="1870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doc.palette.primary</a:t>
            </a:r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EDEDEE">
                    <a:alpha val="5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[0]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685800" y="6000750"/>
            <a:ext cx="284011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ONE SCHEMA · @GETDESIGN/TYPES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9585871" y="6000750"/>
            <a:ext cx="19587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 PER-SURFACE DRIFT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457200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158993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2722811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385554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4988421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6121152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7254032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838691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951979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1065267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58993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722811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85554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988421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21152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254032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38691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1979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65267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85800" y="720775"/>
            <a:ext cx="101501" cy="101501"/>
          </a:xfrm>
          <a:prstGeom prst="roundRect">
            <a:avLst>
              <a:gd name="adj" fmla="val 1238707"/>
            </a:avLst>
          </a:prstGeom>
          <a:solidFill>
            <a:srgbClr val="A3E6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88802" y="685800"/>
            <a:ext cx="9059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6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DESIGN.MD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815340" y="685800"/>
            <a:ext cx="70467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 / 08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85800" y="1650950"/>
            <a:ext cx="11036808" cy="1968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752"/>
              </a:lnSpc>
              <a:buNone/>
            </a:pPr>
            <a:r>
              <a:rPr lang="en-US" sz="76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Open-source.</a:t>
            </a:r>
            <a:endParaRPr lang="en-US" sz="7600" dirty="0"/>
          </a:p>
          <a:p>
            <a:pPr algn="l" indent="0" marL="0">
              <a:lnSpc>
                <a:spcPts val="7752"/>
              </a:lnSpc>
              <a:buNone/>
            </a:pPr>
            <a:r>
              <a:rPr lang="en-US" sz="76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Available </a:t>
            </a:r>
            <a:endParaRPr lang="en-US" sz="7600" dirty="0"/>
          </a:p>
          <a:p>
            <a:pPr algn="l" indent="0" marL="0">
              <a:lnSpc>
                <a:spcPts val="7752"/>
              </a:lnSpc>
              <a:buNone/>
            </a:pPr>
            <a:r>
              <a:rPr lang="en-US" sz="7600" dirty="0">
                <a:solidFill>
                  <a:srgbClr val="EDEDEE">
                    <a:alpha val="38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today</a:t>
            </a:r>
            <a:pPr algn="l" indent="0" marL="0">
              <a:lnSpc>
                <a:spcPts val="7752"/>
              </a:lnSpc>
              <a:buNone/>
            </a:pPr>
            <a:r>
              <a:rPr lang="en-US" sz="7600" dirty="0">
                <a:solidFill>
                  <a:srgbClr val="A3E63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</a:t>
            </a:r>
            <a:endParaRPr lang="en-US" sz="7600" dirty="0"/>
          </a:p>
        </p:txBody>
      </p:sp>
      <p:sp>
        <p:nvSpPr>
          <p:cNvPr id="16" name="Text 14"/>
          <p:cNvSpPr/>
          <p:nvPr/>
        </p:nvSpPr>
        <p:spPr>
          <a:xfrm>
            <a:off x="685800" y="3898999"/>
            <a:ext cx="6995160" cy="551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0"/>
              </a:lnSpc>
              <a:spcBef>
                <a:spcPts val="2200"/>
              </a:spcBef>
              <a:buNone/>
            </a:pPr>
            <a:r>
              <a:rPr lang="en-US" sz="140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MIT-licensed agent core, hosted API, npm packages. Bring your own AI Gateway key or use the hosted run. Star it, fork it, build the surface that doesn't exist yet.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" y="4394448"/>
            <a:ext cx="10820400" cy="812602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85800" y="4399211"/>
            <a:ext cx="1082040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600" y="4657874"/>
            <a:ext cx="13996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&gt;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05520" y="4657874"/>
            <a:ext cx="517654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npx @getdesign/cli</a:t>
            </a:r>
            <a:pPr algn="l" indent="0" marL="0">
              <a:buNone/>
            </a:pPr>
            <a:r>
              <a:rPr lang="en-US" sz="180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</a:t>
            </a:r>
            <a:pPr algn="l" indent="0" marL="0">
              <a:buNone/>
            </a:pPr>
            <a:r>
              <a:rPr lang="en-US" sz="1800" dirty="0">
                <a:solidFill>
                  <a:srgbClr val="EDEDEE">
                    <a:alpha val="6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https://linear.app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012882" y="4724549"/>
            <a:ext cx="18697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PASTE · GET · COMMIT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1099899" y="4754761"/>
            <a:ext cx="101501" cy="101501"/>
          </a:xfrm>
          <a:prstGeom prst="roundRect">
            <a:avLst>
              <a:gd name="adj" fmla="val 1238707"/>
            </a:avLst>
          </a:prstGeom>
          <a:solidFill>
            <a:srgbClr val="A3E6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685800" y="5602337"/>
            <a:ext cx="2348508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5759500"/>
            <a:ext cx="23954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WEB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85800" y="5972175"/>
            <a:ext cx="239547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15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getdesign.app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212009" y="5602337"/>
            <a:ext cx="3241625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12009" y="5759500"/>
            <a:ext cx="330645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212009" y="5972175"/>
            <a:ext cx="330645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15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github.com/mohtashammurshid/getdesign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631335" y="5602337"/>
            <a:ext cx="2348508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31335" y="5759500"/>
            <a:ext cx="23954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NPM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631335" y="5972175"/>
            <a:ext cx="239547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15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@getdesign/sdk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9157543" y="5602337"/>
            <a:ext cx="2348508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57543" y="5759500"/>
            <a:ext cx="23954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LICENSE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9157543" y="5972175"/>
            <a:ext cx="239547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15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MIT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7200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58993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2722811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85554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988421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121152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7254032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838691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951979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1065267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2026-04-28T06:20:05Z</dcterms:created>
  <dcterms:modified xsi:type="dcterms:W3CDTF">2026-04-28T06:20:05Z</dcterms:modified>
</cp:coreProperties>
</file>